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94a073d63c47aa" /><Relationship Type="http://schemas.openxmlformats.org/officeDocument/2006/relationships/extended-properties" Target="/docProps/app.xml" Id="Rf676bbe7d2084802" /><Relationship Type="http://schemas.openxmlformats.org/officeDocument/2006/relationships/officeDocument" Target="/ppt/presentation.xml" Id="R0ee17a30491c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76ce75aa234490"/>
  </p:sldMasterIdLst>
  <p:notesMasterIdLst>
    <p:notesMasterId xmlns:r="http://schemas.openxmlformats.org/officeDocument/2006/relationships" r:id="Rae75e835f8824fae"/>
  </p:notesMasterIdLst>
  <p:sldIdLst>
    <p:sldId xmlns:r="http://schemas.openxmlformats.org/officeDocument/2006/relationships" id="256" r:id="R0b43f847cb2b4768"/>
    <p:sldId xmlns:r="http://schemas.openxmlformats.org/officeDocument/2006/relationships" id="257" r:id="R72c39e8bdbbd4208"/>
    <p:sldId xmlns:r="http://schemas.openxmlformats.org/officeDocument/2006/relationships" id="258" r:id="R939105ec180c42d0"/>
    <p:sldId xmlns:r="http://schemas.openxmlformats.org/officeDocument/2006/relationships" id="259" r:id="R569471665d6149bd"/>
    <p:sldId xmlns:r="http://schemas.openxmlformats.org/officeDocument/2006/relationships" id="260" r:id="Rf4689ba96f6641c1"/>
    <p:sldId xmlns:r="http://schemas.openxmlformats.org/officeDocument/2006/relationships" id="261" r:id="R538ffe418c9446f0"/>
    <p:sldId xmlns:r="http://schemas.openxmlformats.org/officeDocument/2006/relationships" id="262" r:id="R5d370179754a4f6f"/>
    <p:sldId xmlns:r="http://schemas.openxmlformats.org/officeDocument/2006/relationships" id="263" r:id="R291a5ef5541740de"/>
    <p:sldId xmlns:r="http://schemas.openxmlformats.org/officeDocument/2006/relationships" id="264" r:id="R9a65e68e8ea04551"/>
    <p:sldId xmlns:r="http://schemas.openxmlformats.org/officeDocument/2006/relationships" id="265" r:id="R0fd80418379b4a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f46c1c99445d0" /><Relationship Type="http://schemas.openxmlformats.org/officeDocument/2006/relationships/slideMaster" Target="/ppt/slideMasters/slideMaster1.xml" Id="R2b76ce75aa234490" /><Relationship Type="http://schemas.openxmlformats.org/officeDocument/2006/relationships/notesMaster" Target="/ppt/notesMasters/notesMaster1.xml" Id="Rae75e835f8824fae" /><Relationship Type="http://schemas.openxmlformats.org/officeDocument/2006/relationships/presProps" Target="/ppt/presProps.xml" Id="R5f5a8cd43bb54a12" /><Relationship Type="http://schemas.openxmlformats.org/officeDocument/2006/relationships/tableStyles" Target="/ppt/tableStyles.xml" Id="R2eb9b3a7e24e4023" /><Relationship Type="http://schemas.openxmlformats.org/officeDocument/2006/relationships/slide" Target="/ppt/slides/slide1.xml" Id="R0b43f847cb2b4768" /><Relationship Type="http://schemas.openxmlformats.org/officeDocument/2006/relationships/slide" Target="/ppt/slides/slide2.xml" Id="R72c39e8bdbbd4208" /><Relationship Type="http://schemas.openxmlformats.org/officeDocument/2006/relationships/slide" Target="/ppt/slides/slide3.xml" Id="R939105ec180c42d0" /><Relationship Type="http://schemas.openxmlformats.org/officeDocument/2006/relationships/slide" Target="/ppt/slides/slide4.xml" Id="R569471665d6149bd" /><Relationship Type="http://schemas.openxmlformats.org/officeDocument/2006/relationships/slide" Target="/ppt/slides/slide5.xml" Id="Rf4689ba96f6641c1" /><Relationship Type="http://schemas.openxmlformats.org/officeDocument/2006/relationships/slide" Target="/ppt/slides/slide6.xml" Id="R538ffe418c9446f0" /><Relationship Type="http://schemas.openxmlformats.org/officeDocument/2006/relationships/slide" Target="/ppt/slides/slide7.xml" Id="R5d370179754a4f6f" /><Relationship Type="http://schemas.openxmlformats.org/officeDocument/2006/relationships/slide" Target="/ppt/slides/slide8.xml" Id="R291a5ef5541740de" /><Relationship Type="http://schemas.openxmlformats.org/officeDocument/2006/relationships/slide" Target="/ppt/slides/slide9.xml" Id="R9a65e68e8ea04551" /><Relationship Type="http://schemas.openxmlformats.org/officeDocument/2006/relationships/slide" Target="/ppt/slides/slide10.xml" Id="R0fd80418379b4a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30f88144ef4c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bf36cc652149da" /><Relationship Type="http://schemas.openxmlformats.org/officeDocument/2006/relationships/notesMaster" Target="/ppt/notesMasters/notesMaster1.xml" Id="R03e037882efb4c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162aadfec14837" /><Relationship Type="http://schemas.openxmlformats.org/officeDocument/2006/relationships/notesMaster" Target="/ppt/notesMasters/notesMaster1.xml" Id="R03a94272199245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afcf0e0e674d68" /><Relationship Type="http://schemas.openxmlformats.org/officeDocument/2006/relationships/notesMaster" Target="/ppt/notesMasters/notesMaster1.xml" Id="R0b2c4177f38b4d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285de146bc4552" /><Relationship Type="http://schemas.openxmlformats.org/officeDocument/2006/relationships/notesMaster" Target="/ppt/notesMasters/notesMaster1.xml" Id="Rd799038675ad4b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eba79c9f2341b4" /><Relationship Type="http://schemas.openxmlformats.org/officeDocument/2006/relationships/notesMaster" Target="/ppt/notesMasters/notesMaster1.xml" Id="R5d5f159645d648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3d0862f5104eaa" /><Relationship Type="http://schemas.openxmlformats.org/officeDocument/2006/relationships/notesMaster" Target="/ppt/notesMasters/notesMaster1.xml" Id="R612c0ce712174c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decdb514994c67" /><Relationship Type="http://schemas.openxmlformats.org/officeDocument/2006/relationships/notesMaster" Target="/ppt/notesMasters/notesMaster1.xml" Id="R2bb8b11f7e974e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ae56337374523" /><Relationship Type="http://schemas.openxmlformats.org/officeDocument/2006/relationships/notesMaster" Target="/ppt/notesMasters/notesMaster1.xml" Id="R579b8ba4f4ce4c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46cc26c2c0434b" /><Relationship Type="http://schemas.openxmlformats.org/officeDocument/2006/relationships/notesMaster" Target="/ppt/notesMasters/notesMaster1.xml" Id="Rc60be966e8d94a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ba72fbb3a746e0" /><Relationship Type="http://schemas.openxmlformats.org/officeDocument/2006/relationships/notesMaster" Target="/ppt/notesMasters/notesMaster1.xml" Id="R8cb097ea1bfe44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docs/task-results/PM-005.md–PM-008.md. Контрольная точка после основы, identity, registry и ingestion. Локальный этап, без облака.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отчёты PM-005–008, commit d4a24d8 / 94a2cf3 / ab48d25 / 6fd3574. Фактические acceptance и CI ссылки в Markdown G02.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apps/api/src/marketob_api, compose.yaml, docs/ROADMAP.md. Зелёный: готово в backend. Синий: частично. Серый: не сделано/отложено. Связь API с UI и Android пока целевая.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docs/api/IDENTITY.md, BOT_REGISTRATION.md, INGESTION.md. Реализованный HTTP flow. Studio UI относится к PM-014.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apps/api/src/marketob_api/ingestion.py. Bot/source authorization предшествует replay. Snapshot, receipt, history, data_revision и outbox коммитятся атомарно. tests/test_ingestion.py проверяет trigger-induced rollback.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tests/test_identity.py, test_bots.py, test_ingestion.py. Общий локальный прогон: 73 passed, 39.88s, Python 3.14.7/PostgreSQL 18.6. scripts/smoke_ingestion.py и .local реальный процесс проверили restart.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docs/task-results/assets/PM-008/ingestion-burst.json. Windows/Python 3.14.7/PostgreSQL 18.6, loopback HTTP, 4 clients, 100 successful messages in 3.384s. p50 108.93ms, p95 222.53ms, max 330.41ms. Короткий synthetic burst, не steady-state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apps/api/src/marketob_api/{identity,bot_identity,bot_routes,ingestion,maintenance,payloads}.py и migrations/001–003. Детальные пояснения и границы в docs/reviews/G02/README.md.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docs/task-results/assets/PM-003/studio.png, исходный HTML/JS demo. Это неизменённый прототип, не интерфейс нового backend. Границы: docs/ROADMAP.md и WORKING_AGREEMENT.md.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docs/ROADMAP.md. PM-009–012 начинаются после ответов G02 или нового явного разрешения продолжить с допущениями. Предыдущее разрешение реализовать PM-006–008 не отменяет G02.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73fe9aacb4b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6dd9b01a74f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5f392d5344a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0469487714e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12698e2f44c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e73027bc846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D38E10-F2E1-49EF-9023-C2A5BEE16B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E3FE0E-8814-4D27-8000-485465EFD7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902438-9C73-4076-8F41-398CE8E4C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7DF87-E033-4811-B876-5E24D8629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69DE55-55D1-4B6F-86B1-FA558C10FC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A001F9-D27D-43F1-8886-D76E51C93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E54940-AA30-44D2-8A60-D42B300E6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E1B7D9-C9AE-48EC-9680-B817116D9C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0B4126-D1DB-4C11-8B48-7CABD5457C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96883A-0235-4BFF-8261-D98DC0DF11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d2f1d349b467b" /><Relationship Type="http://schemas.openxmlformats.org/officeDocument/2006/relationships/slideLayout" Target="/ppt/slideLayouts/slideLayout1.xml" Id="Re964473b09a74e62" /><Relationship Type="http://schemas.openxmlformats.org/officeDocument/2006/relationships/slideLayout" Target="/ppt/slideLayouts/slideLayout2.xml" Id="R4b2a349495204522" /><Relationship Type="http://schemas.openxmlformats.org/officeDocument/2006/relationships/slideLayout" Target="/ppt/slideLayouts/slideLayout3.xml" Id="Rc357167cfa1f4bd1" /><Relationship Type="http://schemas.openxmlformats.org/officeDocument/2006/relationships/slideLayout" Target="/ppt/slideLayouts/slideLayout4.xml" Id="Ra3e17110f65140dc" /><Relationship Type="http://schemas.openxmlformats.org/officeDocument/2006/relationships/slideLayout" Target="/ppt/slideLayouts/slideLayout5.xml" Id="Rb2576d1600524a8f" /><Relationship Type="http://schemas.openxmlformats.org/officeDocument/2006/relationships/slideLayout" Target="/ppt/slideLayouts/slideLayout6.xml" Id="Rdd87d1d7250743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64473b09a74e62"/>
    <p:sldLayoutId xmlns:r="http://schemas.openxmlformats.org/officeDocument/2006/relationships" id="2147483650" r:id="R4b2a349495204522"/>
    <p:sldLayoutId xmlns:r="http://schemas.openxmlformats.org/officeDocument/2006/relationships" id="2147483651" r:id="Rc357167cfa1f4bd1"/>
    <p:sldLayoutId xmlns:r="http://schemas.openxmlformats.org/officeDocument/2006/relationships" id="2147483652" r:id="Ra3e17110f65140dc"/>
    <p:sldLayoutId xmlns:r="http://schemas.openxmlformats.org/officeDocument/2006/relationships" id="2147483653" r:id="Rb2576d1600524a8f"/>
    <p:sldLayoutId xmlns:r="http://schemas.openxmlformats.org/officeDocument/2006/relationships" id="2147483654" r:id="Rdd87d1d7250743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bb791e01a49ac" /><Relationship Type="http://schemas.openxmlformats.org/officeDocument/2006/relationships/notesSlide" Target="/ppt/notesSlides/notesSlide1.xml" Id="R2114c5f7af0840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0c5881d374fa7" /><Relationship Type="http://schemas.openxmlformats.org/officeDocument/2006/relationships/notesSlide" Target="/ppt/notesSlides/notesSlide2.xml" Id="R9a81eed1660d4d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f4d3c150c4228" /><Relationship Type="http://schemas.openxmlformats.org/officeDocument/2006/relationships/notesSlide" Target="/ppt/notesSlides/notesSlide3.xml" Id="R44bb7e829e484c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7422bb072465a" /><Relationship Type="http://schemas.openxmlformats.org/officeDocument/2006/relationships/notesSlide" Target="/ppt/notesSlides/notesSlide4.xml" Id="Re9bbeb498cdf46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6d454f1884127" /><Relationship Type="http://schemas.openxmlformats.org/officeDocument/2006/relationships/notesSlide" Target="/ppt/notesSlides/notesSlide5.xml" Id="Rcfb17444478547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98478edb254658" /><Relationship Type="http://schemas.openxmlformats.org/officeDocument/2006/relationships/notesSlide" Target="/ppt/notesSlides/notesSlide6.xml" Id="Rf816480b5f5c49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56f1c4c134fbc" /><Relationship Type="http://schemas.openxmlformats.org/officeDocument/2006/relationships/notesSlide" Target="/ppt/notesSlides/notesSlide7.xml" Id="R35c99d15688c49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d33d28b504a23" /><Relationship Type="http://schemas.openxmlformats.org/officeDocument/2006/relationships/notesSlide" Target="/ppt/notesSlides/notesSlide8.xml" Id="Ra81e67b0e0b748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f291306aa4e2a" /><Relationship Type="http://schemas.openxmlformats.org/officeDocument/2006/relationships/image" Target="/ppt/media/image.jpeg" Id="Ra6118c6215e14ad1" /><Relationship Type="http://schemas.openxmlformats.org/officeDocument/2006/relationships/notesSlide" Target="/ppt/notesSlides/notesSlide9.xml" Id="R45b14012a54448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3e6ad1f1fe4368" /><Relationship Type="http://schemas.openxmlformats.org/officeDocument/2006/relationships/notesSlide" Target="/ppt/notesSlides/notesSlide10.xml" Id="R78138c141d5e4d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E2538-C8AD-40DA-9431-485455DD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MarkeTOB / G02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761ED-28D7-4AC4-B59A-C9E36845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D02C7-E126-4B19-B31B-9CA7B91B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Локальный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85171-2043-4F11-BD35-D57004D6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Аккаунты, подключение ботов</a:t>
            </a:r>
          </a:p>
          <a:p xmlns:a="http://schemas.openxmlformats.org/drawingml/2006/main">
            <a:pPr>
              <a:defRPr sz="28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и надёжное сохранение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EBAD6-D917-43D7-BFBB-C149A529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PM-005–008</a:t>
            </a:r>
          </a:p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22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269439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08CFA-7704-4B0E-BAC3-3A0225A1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Реализованные компоненты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0730C-84C5-41D0-A7F8-734B8811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404D5-2C4D-4D39-9ABD-A52CCCFA3B71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3619500"/>
                <a:gridCol w="56864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Окружение и CI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Python workspace, Docker, health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Аккаунты и права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Сессии, B2B workspace, grants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Реестр ботов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Bootstrap, ключи, scopes, отзыв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Приём сообщений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Снимок, версии, dedup и outbox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F1923-B32A-4715-B569-18E6BCEF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E7659"/>
                </a:solidFill>
                <a:latin typeface="Arial"/>
                <a:ea typeface="Arial"/>
                <a:cs typeface="Arial"/>
              </a:rPr>
              <a:t>Все эти компоненты работают локально через HTTP и PostgreSQL.</a:t>
            </a:r>
          </a:p>
        </p:txBody>
      </p:sp>
    </p:spTree>
    <p:extLst>
      <p:ext uri="{BB962C8B-B14F-4D97-AF65-F5344CB8AC3E}">
        <p14:creationId xmlns:p14="http://schemas.microsoft.com/office/powerpoint/2010/main" val="1842687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4E9A2-3165-4ED3-B9CB-E96757E9FDDA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153650" y="37147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DBC88-6DA0-4BBE-A79B-3A75C438911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5167313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739CE-73EE-45B0-AA09-48B9FC28725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37147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889FF-A5AC-4D74-BA7D-F1A7635710F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30003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C17E0-E96A-4224-8D95-4ADB1F4D631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67100" y="30003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34777-A814-446E-8473-032DEA92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Система и 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925DE-F704-4FFB-A4E6-8FB09000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AD482-870E-4A8A-A676-051BB2FA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Готово: зелёный     Частично: синий     Не сделано: серый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53878-BAED-4A6E-8D76-A5F0CBF7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HTTP-интеграция ботов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Ключи и приём готовы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SDK / боты: PM-011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F5090-0B21-40AE-8EA4-946B5DD6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Identity / registry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C67A5-09AC-46F0-9D48-26A2F383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86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Web UX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Прототип готов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API ещё не подключён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DF333-4A15-4242-97B8-BCA7A5E6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Python maintenance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Очистка истории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C8569-9F0F-48B6-A81C-2AD55144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Данные / квитанции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Outbox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A9D34-6BF0-4E6E-A3DE-D0667734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243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Android / widget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Сборка и устройство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отложены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51F2C-609A-48A9-AF3D-96743127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908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3C587-E2E1-4509-BD08-D2F212D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</p:spTree>
    <p:extLst>
      <p:ext uri="{BB962C8B-B14F-4D97-AF65-F5344CB8AC3E}">
        <p14:creationId xmlns:p14="http://schemas.microsoft.com/office/powerpoint/2010/main" val="2056685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FAF02-B473-4589-894E-F820101D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Подключение 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CC45B-262A-4133-A268-CF52434B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715D5-00C8-4474-95A6-77A003EA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3B53B-28E7-4EEA-AAB3-5819343B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19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Локальный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D6F79-1921-460A-99A8-6B1D7E14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85975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Владелец включает личный B2B workspace.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CE87F-EC39-4E28-8848-8D8054F0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41879-5592-48A0-A6EE-B6FD2800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24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Регистрация бота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BF985-618A-4ECE-AFD6-0C8A7CA1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90875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Сервер выдаёт одноразовый код на 15 минут.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49C53-DEBC-4080-8365-01B9923C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1D68E-55E8-4030-A6FC-1A07DAA6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29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Обмен кода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F1751-9231-4185-9876-D5B4FD6B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95775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Бот получает рабочий ключ на 90 дней.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C33AE-E122-4C6C-8F47-95A824E6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475DF-A9DC-46D6-9863-90FF9EC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Черновик канала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CD409-6887-4352-B74C-C4170B58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00675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Владелец создаёт источник, бот отправляет данные.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33828-10EC-4850-9F34-57AFB4D3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Сервер хранит verifier ключа. Полный секрет виден только при выдаче.</a:t>
            </a:r>
          </a:p>
        </p:txBody>
      </p:sp>
    </p:spTree>
    <p:extLst>
      <p:ext uri="{BB962C8B-B14F-4D97-AF65-F5344CB8AC3E}">
        <p14:creationId xmlns:p14="http://schemas.microsoft.com/office/powerpoint/2010/main" val="2052045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BA2F8-BFCC-4BD7-801F-C1A33066D0C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8001000" y="3471863"/>
            <a:ext cx="8667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5240F-BB7C-42A4-A227-9D309CE86D6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24225" y="3471863"/>
            <a:ext cx="8667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E5F3F-9C25-412F-AC9D-42E785B5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Одна транзакция приёма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D7BBF-FF67-4C22-8ECC-618175C2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5F7D4-2538-4620-A20E-88A91C10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Проверка ключа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Схема / квота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Права на источник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5BB4A-D473-4813-95CF-3E5E69C6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3810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B7C58-8957-41AF-A072-126C1A4A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43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PostgreSQL transaction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DE3A5-6671-4897-AD30-030F229C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Актуальная запись / tombstone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Квитанция и история сообщения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Версия канала и событие outbox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CC8BE-3632-40D6-9920-C9F6FD4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81300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Commit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HTTP 200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Квитанция приёма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38C10-4637-45B7-80FA-928D015D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Сбой записи outbox откатывает все изменения этого сообщения.</a:t>
            </a:r>
          </a:p>
        </p:txBody>
      </p:sp>
    </p:spTree>
    <p:extLst>
      <p:ext uri="{BB962C8B-B14F-4D97-AF65-F5344CB8AC3E}">
        <p14:creationId xmlns:p14="http://schemas.microsoft.com/office/powerpoint/2010/main" val="192393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B38B4-D89D-42A6-89E2-53A1B0ED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Проверки отказов и повторов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F8E75-59F1-4922-837B-0739AD24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AC90F-5C94-4613-9B2F-52CF3B0CF40E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953000"/>
                <a:gridCol w="23050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Ожидаемое поведение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Один bootstrap, два запроса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Только один рабочий ключ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Чужой бот / revoked key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Отказ без доступа к данным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Дубль / старый revision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Прежняя квитанция / 409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Сбой записи события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Откат данных и квитанции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Перезапуск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Та же durable-квитанция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2DF44-1147-4893-943F-7344E2DA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7659"/>
                </a:solidFill>
                <a:latin typeface="Arial"/>
                <a:ea typeface="Arial"/>
                <a:cs typeface="Arial"/>
              </a:rPr>
              <a:t>73 локальных теста прошли. Отдельный HTTP-прогон проверил restart.</a:t>
            </a:r>
          </a:p>
        </p:txBody>
      </p:sp>
    </p:spTree>
    <p:extLst>
      <p:ext uri="{BB962C8B-B14F-4D97-AF65-F5344CB8AC3E}">
        <p14:creationId xmlns:p14="http://schemas.microsoft.com/office/powerpoint/2010/main" val="1428784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9CA0A-34C9-4EC4-8225-C947577C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Скорость локального приёма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E0A93-D37E-4A84-9AD2-EF0BD2A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9FD14-6E0D-43E1-9E86-F57A27C5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29,55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32A6B-A000-4F88-8C6E-2B0FDAD4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запроса в секунду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8649C-9E9D-48FF-9903-6E09D1E2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223 мс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C87BA-14D2-451C-A8D9-ABAD43ED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384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p95 до подтверждения записи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977D0-E122-4187-B1AE-39D90B67917C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4781550"/>
              </a:tblGrid>
              <a:tr h="5000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Условия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Значение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Принято / ошибок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100 /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Боты / одновременные клиенты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4 / 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Длительность / текст новости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3,384 с / 512 символов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D0C0E-C905-4A46-8E91-4C434D03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25414"/>
                </a:solidFill>
                <a:latin typeface="Arial"/>
                <a:ea typeface="Arial"/>
                <a:cs typeface="Arial"/>
              </a:rPr>
              <a:t>Длительные 1 000 сообщений/мин и задержку в UI проверим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836274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16770-78FE-4CED-858E-5CF15016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Код и сущности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35CE9-9DFA-46BB-B29B-EBAC92CE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CE017-A683-4FB3-B663-8599EC888557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048125"/>
                <a:gridCol w="359092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Сущности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identity / access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Сессии и серверные права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User, Session, Org, Grant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bot_identity / bot_routes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Регистрация и отзыв ключей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Bot, Registration, Key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payloads / quotas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Схемы и лимиты сообщений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Message, RateBucket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ingestion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Атомарная запись и replay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Record, Receipt, Outbox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maintenance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Ограниченная история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History 7d, Receipt 30d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E8F82-FFC1-4CA7-8F90-557FE43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Python: API, миграции и тесты. SDK и пилотные боты предстоят.</a:t>
            </a:r>
          </a:p>
        </p:txBody>
      </p:sp>
    </p:spTree>
    <p:extLst>
      <p:ext uri="{BB962C8B-B14F-4D97-AF65-F5344CB8AC3E}">
        <p14:creationId xmlns:p14="http://schemas.microsoft.com/office/powerpoint/2010/main" val="552235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4A0CA-0357-4F66-B7EB-39905827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Интерфейс и оставшаяся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8459-C720-463F-826D-8085A2F7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3F224-B015-42A9-941E-9B4216B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9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Web Studio пока использует</a:t>
            </a:r>
          </a:p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демонстрационные данные.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3A101-FD6F-43DB-9FAA-46DE530A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5286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Далее нужны публикация каналов,</a:t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чтение блоков и заявки 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Затем подключим Web-интерфейс.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Android, Google и облако</a:t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остаются отложенными.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44F4C-049D-4F1E-ADDE-2D5BF9CE0E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18c6215e14ad1"/>
          <a:stretch xmlns:a="http://schemas.openxmlformats.org/drawingml/2006/main"/>
        </p:blipFill>
        <p:spPr>
          <a:xfrm xmlns:a="http://schemas.openxmlformats.org/drawingml/2006/main">
            <a:off x="6807072" y="1714500"/>
            <a:ext cx="4159506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90D57-CFE6-4F2C-9CC8-0DBD3B6D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6260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Существующий макет PM-003</a:t>
            </a:r>
          </a:p>
        </p:txBody>
      </p:sp>
    </p:spTree>
    <p:extLst>
      <p:ext uri="{BB962C8B-B14F-4D97-AF65-F5344CB8AC3E}">
        <p14:creationId xmlns:p14="http://schemas.microsoft.com/office/powerpoint/2010/main" val="15659959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CA040-EEBF-4CE8-9DC1-0C0B061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Следующие четыре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6C9EC-BC3F-4C46-B3EC-AADE4BAF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69C70-B51F-4EDF-90BE-3C47583E601B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476750"/>
                <a:gridCol w="48291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Порядок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Зачем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Публикация и snapshot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Показать разрешённые данные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Заявки, GET, ACK,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Связать действие клиента с ботом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SDK и два пилотных бота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Подключать внешние HTTP-сервисы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Полный backend-цикл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сбои и восстановление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94901-4CD6-421E-8EB7-67404682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Перед продолжением обсудим 12 отдельных вопросов G02.</a:t>
            </a:r>
          </a:p>
        </p:txBody>
      </p:sp>
    </p:spTree>
    <p:extLst>
      <p:ext uri="{BB962C8B-B14F-4D97-AF65-F5344CB8AC3E}">
        <p14:creationId xmlns:p14="http://schemas.microsoft.com/office/powerpoint/2010/main" val="282862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2026-10-22T15:07:33.1450000Z</dcterms:created>
  <dcterms:modified xsi:type="dcterms:W3CDTF">2026-10-22T15:07:33.1460000Z</dcterms:modified>
</coreProperties>
</file>