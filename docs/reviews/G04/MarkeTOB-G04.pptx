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55cd3b352e47fb" /><Relationship Type="http://schemas.openxmlformats.org/officeDocument/2006/relationships/extended-properties" Target="/docProps/app.xml" Id="Ra2e0243335dc4829" /><Relationship Type="http://schemas.openxmlformats.org/officeDocument/2006/relationships/officeDocument" Target="/ppt/presentation.xml" Id="Re3f600f108cc47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44c2ccd0443c6"/>
  </p:sldMasterIdLst>
  <p:notesMasterIdLst>
    <p:notesMasterId xmlns:r="http://schemas.openxmlformats.org/officeDocument/2006/relationships" r:id="R19d6705adf8944d2"/>
  </p:notesMasterIdLst>
  <p:sldIdLst>
    <p:sldId xmlns:r="http://schemas.openxmlformats.org/officeDocument/2006/relationships" id="256" r:id="R2f95999f57644ecc"/>
    <p:sldId xmlns:r="http://schemas.openxmlformats.org/officeDocument/2006/relationships" id="257" r:id="R9dbd3df6a7e24358"/>
    <p:sldId xmlns:r="http://schemas.openxmlformats.org/officeDocument/2006/relationships" id="258" r:id="R251ad734dc6048e6"/>
    <p:sldId xmlns:r="http://schemas.openxmlformats.org/officeDocument/2006/relationships" id="259" r:id="Rf64b56827f9949c8"/>
    <p:sldId xmlns:r="http://schemas.openxmlformats.org/officeDocument/2006/relationships" id="260" r:id="Rcf19bf6b59954d9b"/>
    <p:sldId xmlns:r="http://schemas.openxmlformats.org/officeDocument/2006/relationships" id="261" r:id="R1548b1db6f04492b"/>
    <p:sldId xmlns:r="http://schemas.openxmlformats.org/officeDocument/2006/relationships" id="262" r:id="R9349c49ad372440b"/>
    <p:sldId xmlns:r="http://schemas.openxmlformats.org/officeDocument/2006/relationships" id="263" r:id="R0998cf683e224c09"/>
    <p:sldId xmlns:r="http://schemas.openxmlformats.org/officeDocument/2006/relationships" id="264" r:id="Rdc9dd514b70748e8"/>
    <p:sldId xmlns:r="http://schemas.openxmlformats.org/officeDocument/2006/relationships" id="265" r:id="Re3abddf44f7c41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748396a9e45cd" /><Relationship Type="http://schemas.openxmlformats.org/officeDocument/2006/relationships/slideMaster" Target="/ppt/slideMasters/slideMaster1.xml" Id="Raea44c2ccd0443c6" /><Relationship Type="http://schemas.openxmlformats.org/officeDocument/2006/relationships/notesMaster" Target="/ppt/notesMasters/notesMaster1.xml" Id="R19d6705adf8944d2" /><Relationship Type="http://schemas.openxmlformats.org/officeDocument/2006/relationships/presProps" Target="/ppt/presProps.xml" Id="Rc6b5e7c871774e7c" /><Relationship Type="http://schemas.openxmlformats.org/officeDocument/2006/relationships/tableStyles" Target="/ppt/tableStyles.xml" Id="R3682155b3ed947ff" /><Relationship Type="http://schemas.openxmlformats.org/officeDocument/2006/relationships/slide" Target="/ppt/slides/slide1.xml" Id="R2f95999f57644ecc" /><Relationship Type="http://schemas.openxmlformats.org/officeDocument/2006/relationships/slide" Target="/ppt/slides/slide2.xml" Id="R9dbd3df6a7e24358" /><Relationship Type="http://schemas.openxmlformats.org/officeDocument/2006/relationships/slide" Target="/ppt/slides/slide3.xml" Id="R251ad734dc6048e6" /><Relationship Type="http://schemas.openxmlformats.org/officeDocument/2006/relationships/slide" Target="/ppt/slides/slide4.xml" Id="Rf64b56827f9949c8" /><Relationship Type="http://schemas.openxmlformats.org/officeDocument/2006/relationships/slide" Target="/ppt/slides/slide5.xml" Id="Rcf19bf6b59954d9b" /><Relationship Type="http://schemas.openxmlformats.org/officeDocument/2006/relationships/slide" Target="/ppt/slides/slide6.xml" Id="R1548b1db6f04492b" /><Relationship Type="http://schemas.openxmlformats.org/officeDocument/2006/relationships/slide" Target="/ppt/slides/slide7.xml" Id="R9349c49ad372440b" /><Relationship Type="http://schemas.openxmlformats.org/officeDocument/2006/relationships/slide" Target="/ppt/slides/slide8.xml" Id="R0998cf683e224c09" /><Relationship Type="http://schemas.openxmlformats.org/officeDocument/2006/relationships/slide" Target="/ppt/slides/slide9.xml" Id="Rdc9dd514b70748e8" /><Relationship Type="http://schemas.openxmlformats.org/officeDocument/2006/relationships/slide" Target="/ppt/slides/slide10.xml" Id="Re3abddf44f7c41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3c5700e10d4d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3be3a122794c07" /><Relationship Type="http://schemas.openxmlformats.org/officeDocument/2006/relationships/notesMaster" Target="/ppt/notesMasters/notesMaster1.xml" Id="R4e2b170249f747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1bedc2786c467b" /><Relationship Type="http://schemas.openxmlformats.org/officeDocument/2006/relationships/notesMaster" Target="/ppt/notesMasters/notesMaster1.xml" Id="R68fb3bec559742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dfce25ffac4e69" /><Relationship Type="http://schemas.openxmlformats.org/officeDocument/2006/relationships/notesMaster" Target="/ppt/notesMasters/notesMaster1.xml" Id="R1e655f968df444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72acb1bea94eb2" /><Relationship Type="http://schemas.openxmlformats.org/officeDocument/2006/relationships/notesMaster" Target="/ppt/notesMasters/notesMaster1.xml" Id="Rffe313c862ec49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d5b7e04bc64849" /><Relationship Type="http://schemas.openxmlformats.org/officeDocument/2006/relationships/notesMaster" Target="/ppt/notesMasters/notesMaster1.xml" Id="Rb178fc79526a41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4a14291e774a91" /><Relationship Type="http://schemas.openxmlformats.org/officeDocument/2006/relationships/notesMaster" Target="/ppt/notesMasters/notesMaster1.xml" Id="Rf37e8a1a08494a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8028be72ef45da" /><Relationship Type="http://schemas.openxmlformats.org/officeDocument/2006/relationships/notesMaster" Target="/ppt/notesMasters/notesMaster1.xml" Id="R9ce140274ee349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0f04c1725b445f" /><Relationship Type="http://schemas.openxmlformats.org/officeDocument/2006/relationships/notesMaster" Target="/ppt/notesMasters/notesMaster1.xml" Id="R702379a5f5b549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31635d40a14cde" /><Relationship Type="http://schemas.openxmlformats.org/officeDocument/2006/relationships/notesMaster" Target="/ppt/notesMasters/notesMaster1.xml" Id="R8e06be8f7cdc46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bc004f7c214c76" /><Relationship Type="http://schemas.openxmlformats.org/officeDocument/2006/relationships/notesMaster" Target="/ppt/notesMasters/notesMaster1.xml" Id="R9aa938f3333d48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docs/task-results/PM-013.md–PM-016.md. Локальный пилот; данные экранов синтетические. Android и облако отложены владельцем.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PM-013 report and actual channel-desktop screenshot. Local session, CSRF, permissions, typed rendering, confirmation before purchase, no payment. Screenshot shows synthetic goods.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PM-014 report, studio-team screenshot; teams.py, studio.js. Owner/Admin can register/rotate/revoke credentials. API secrets shown only upon creation, never in evidence screenshots. RSS defaults BBC World; test screenshot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ADR-0009, docs/api/TEAMS.md, tests/test_teams.py. G03 explicitly approved three roles/editor publication and keys owner/admin. Only-owner team management and immutable owner are declared engineering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PM-015 report, favorites-desktop screenshot; favorites.py, favorites.js. Limit100; New compares seen template/data revisions, not unread article count. Snapshot after revoke has no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PM-016 report, space-desktop screenshot (top/source editor cropped as indicated), personal_pages.py, space.js. 20pages/50blocks/20undo. Two contexts restore independent layout; source access is independently checked; buy uses original channel.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apps/api/src/marketob_api/{teams,favorites,personal_pages}.py and web/{app,studio,favorites,space,render,actions}.js. Migrations006teams007favorites008personalpages. API/SDK/bots Python; webJS justified ADR0001. Details and links in G04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compose.yaml, migrations001–008, apps/api/web and docs/ROADMAP.md. Green implemented, blue partial, grey not built/deferred. Arrow Web→API means HTTP; API↔DB conceptual transaction path. Outbox delivery PM018; backups PM021. Native editable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task-results/PM013–016 and CI39846617703,39853394634,39854053654,39858054474. Counts cumulative, not additive. Python70 unit plus PG48/55/60/67. Browser14/24/29/36, Edge local and Chromium CI. Local137 all pass; actual finalCI must be recorded before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roadmap/tasks017–020, accepted Android/cloud deferral. Do not beginPM017 until G04 replies/explicit instruction. Android license/build/USB remains deferred; proposed order is not permission. PM021–024 later operations/load/privacy/release, iOS/Windows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59675db7e43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a296fc7754a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a034886954b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e544dc8c34e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13b2b993c4a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6db3eaddd4e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6DD747-CCCC-4DA2-9C9E-8D42CE3F8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52F93F-DB50-4741-B773-6E7B44704B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BA5409-1BC2-40E8-A144-C283EAA7C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8C6DF8-A73B-4A22-A21C-47EFCA5D25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DA3DCD-5EE9-48E9-BAE8-7AE42F0B74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41F7E9-3371-4146-8674-D8B3C3B49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EA6058-BF99-4910-8914-DF9D4B0666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C3BB16-BBFC-4EA3-A039-0E12EEE232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8AD20F-CEB0-46DD-82AA-D31286AAB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7BAFBD-946B-4116-81A1-F4E26D7A51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cb9ee184804a82" /><Relationship Type="http://schemas.openxmlformats.org/officeDocument/2006/relationships/slideLayout" Target="/ppt/slideLayouts/slideLayout1.xml" Id="Re1c48e0bfc574317" /><Relationship Type="http://schemas.openxmlformats.org/officeDocument/2006/relationships/slideLayout" Target="/ppt/slideLayouts/slideLayout2.xml" Id="R79019a372157437e" /><Relationship Type="http://schemas.openxmlformats.org/officeDocument/2006/relationships/slideLayout" Target="/ppt/slideLayouts/slideLayout3.xml" Id="Ref7393e7a70a4745" /><Relationship Type="http://schemas.openxmlformats.org/officeDocument/2006/relationships/slideLayout" Target="/ppt/slideLayouts/slideLayout4.xml" Id="Rdc078b6fec9e4086" /><Relationship Type="http://schemas.openxmlformats.org/officeDocument/2006/relationships/slideLayout" Target="/ppt/slideLayouts/slideLayout5.xml" Id="R1a3fb7efc4174951" /><Relationship Type="http://schemas.openxmlformats.org/officeDocument/2006/relationships/slideLayout" Target="/ppt/slideLayouts/slideLayout6.xml" Id="R9dfb2378064b47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c48e0bfc574317"/>
    <p:sldLayoutId xmlns:r="http://schemas.openxmlformats.org/officeDocument/2006/relationships" id="2147483650" r:id="R79019a372157437e"/>
    <p:sldLayoutId xmlns:r="http://schemas.openxmlformats.org/officeDocument/2006/relationships" id="2147483651" r:id="Ref7393e7a70a4745"/>
    <p:sldLayoutId xmlns:r="http://schemas.openxmlformats.org/officeDocument/2006/relationships" id="2147483652" r:id="Rdc078b6fec9e4086"/>
    <p:sldLayoutId xmlns:r="http://schemas.openxmlformats.org/officeDocument/2006/relationships" id="2147483653" r:id="R1a3fb7efc4174951"/>
    <p:sldLayoutId xmlns:r="http://schemas.openxmlformats.org/officeDocument/2006/relationships" id="2147483654" r:id="R9dfb2378064b47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118a339044b12" /><Relationship Type="http://schemas.openxmlformats.org/officeDocument/2006/relationships/notesSlide" Target="/ppt/notesSlides/notesSlide1.xml" Id="R5857938c26a44e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451788a2f40a0" /><Relationship Type="http://schemas.openxmlformats.org/officeDocument/2006/relationships/image" Target="/ppt/media/image.png" Id="Rb23051d0ab094671" /><Relationship Type="http://schemas.openxmlformats.org/officeDocument/2006/relationships/notesSlide" Target="/ppt/notesSlides/notesSlide2.xml" Id="R0a2404f676fd41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9459f99ce40d5" /><Relationship Type="http://schemas.openxmlformats.org/officeDocument/2006/relationships/image" Target="/ppt/media/image2.png" Id="R66f91cd56252479d" /><Relationship Type="http://schemas.openxmlformats.org/officeDocument/2006/relationships/notesSlide" Target="/ppt/notesSlides/notesSlide3.xml" Id="Re4a6e5b55da948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de3973b9d40c0" /><Relationship Type="http://schemas.openxmlformats.org/officeDocument/2006/relationships/notesSlide" Target="/ppt/notesSlides/notesSlide4.xml" Id="R9f45d722bd1548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75017ac12e4a7d" /><Relationship Type="http://schemas.openxmlformats.org/officeDocument/2006/relationships/image" Target="/ppt/media/image3.png" Id="R088a4b0ab9bb4326" /><Relationship Type="http://schemas.openxmlformats.org/officeDocument/2006/relationships/notesSlide" Target="/ppt/notesSlides/notesSlide5.xml" Id="R23a3f63b9c6244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a245768634670" /><Relationship Type="http://schemas.openxmlformats.org/officeDocument/2006/relationships/image" Target="/ppt/media/image4.png" Id="R5fc70d31709b436b" /><Relationship Type="http://schemas.openxmlformats.org/officeDocument/2006/relationships/notesSlide" Target="/ppt/notesSlides/notesSlide6.xml" Id="Rceca2ed02af746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f1cfa87b046ea" /><Relationship Type="http://schemas.openxmlformats.org/officeDocument/2006/relationships/notesSlide" Target="/ppt/notesSlides/notesSlide7.xml" Id="Rfdeb0b9cdebc4c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e9886a48b46e5" /><Relationship Type="http://schemas.openxmlformats.org/officeDocument/2006/relationships/notesSlide" Target="/ppt/notesSlides/notesSlide8.xml" Id="R2fe96655d37d4a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b2056ef6e4507" /><Relationship Type="http://schemas.openxmlformats.org/officeDocument/2006/relationships/notesSlide" Target="/ppt/notesSlides/notesSlide9.xml" Id="R58182f081b114b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60a4a48644342" /><Relationship Type="http://schemas.openxmlformats.org/officeDocument/2006/relationships/notesSlide" Target="/ppt/notesSlides/notesSlide10.xml" Id="R1289f233d82e45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A72D-BE54-4314-B225-143EB713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MarkeTOB / G04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171E3-E0A9-4956-84BE-DC304263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19C82-46FE-48BA-AED3-4AA9B1D7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Web, Studio и My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2B2C7-1523-487B-ADF8-4E175B66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Личный интерфейс</a:t>
            </a:r>
          </a:p>
          <a:p xmlns:a="http://schemas.openxmlformats.org/drawingml/2006/main">
            <a: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из каналов разных ботов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91326-41DE-4968-B128-DC18C4F4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PM-013–016 · 16 из 24 задач пилота</a:t>
            </a:r>
          </a:p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22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875116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8C6B6-FD7F-4ADC-A2B2-FACCB2F7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Рабочий Web-клиент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DEE69-3F2A-4744-AA3F-5EBBC1C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78151-0BD6-453B-9E21-DD5DADCB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Локальный вход</a:t>
            </a:r>
          </a:p>
          <a:p xmlns:a="http://schemas.openxmlformats.org/drawingml/2006/main">
            <a: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и реальные данные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46A9-0DD6-4CF7-8210-28C608F1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Новости, товары и графики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Request purchase: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подтверждение перед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отправкой одной единицы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Awaiting confirmation: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проверка прежней заявки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F9002-81C3-420E-8902-9611D6F802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051d0ab094671"/>
          <a:stretch xmlns:a="http://schemas.openxmlformats.org/drawingml/2006/main"/>
        </p:blipFill>
        <p:spPr>
          <a:xfrm xmlns:a="http://schemas.openxmlformats.org/drawingml/2006/main">
            <a:off x="5727700" y="1524000"/>
            <a:ext cx="5080000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C4C1F-A669-48B9-93F1-5E798E4A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007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Фактический Web · демонстрационный каталог</a:t>
            </a:r>
          </a:p>
        </p:txBody>
      </p:sp>
    </p:spTree>
    <p:extLst>
      <p:ext uri="{BB962C8B-B14F-4D97-AF65-F5344CB8AC3E}">
        <p14:creationId xmlns:p14="http://schemas.microsoft.com/office/powerpoint/2010/main" val="1522623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AD94D-A270-4C76-95DB-BF288BC2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B2B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4EBF4-0362-431C-8CE0-F8BB3D25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E29BB-716B-40DF-8DF7-995D1510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Бот → блоки → публикация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345A6-4B22-4FCF-A87A-946028A9C5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91cd56252479d"/>
          <a:stretch xmlns:a="http://schemas.openxmlformats.org/drawingml/2006/main"/>
        </p:blipFill>
        <p:spPr>
          <a:xfrm xmlns:a="http://schemas.openxmlformats.org/drawingml/2006/main">
            <a:off x="1910873" y="2238375"/>
            <a:ext cx="4445955" cy="3695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FC8F0-C1B0-4785-9C78-09A9D695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4861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Подключение HTTP-бота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с отдельным ключом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Draft, Publish, 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Selected users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по умолчанию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Команда по username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40707-98A8-4C4A-802C-35F503C9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Работающая команда в Studio</a:t>
            </a:r>
          </a:p>
        </p:txBody>
      </p:sp>
    </p:spTree>
    <p:extLst>
      <p:ext uri="{BB962C8B-B14F-4D97-AF65-F5344CB8AC3E}">
        <p14:creationId xmlns:p14="http://schemas.microsoft.com/office/powerpoint/2010/main" val="2039857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048D0-87C7-4B2B-B72E-BEF63BE7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Роли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C5A79-3BB8-4F28-BD34-0CCDBB24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F6744-86FB-420E-A4AF-06B09BAFA026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72125"/>
                <a:gridCol w="1800225"/>
                <a:gridCol w="1800225"/>
                <a:gridCol w="1800225"/>
              </a:tblGrid>
              <a:tr h="674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Действие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Admin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Editor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Читать / редактировать блоки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Публиковать / откатывать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Боты и ключи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Audience и grants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Изменять команду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44456-D3B6-4B2C-A1F1-7B1DD38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Права проверяет сервер. Один Owner; передача владения пока не реализована.</a:t>
            </a:r>
          </a:p>
        </p:txBody>
      </p:sp>
    </p:spTree>
    <p:extLst>
      <p:ext uri="{BB962C8B-B14F-4D97-AF65-F5344CB8AC3E}">
        <p14:creationId xmlns:p14="http://schemas.microsoft.com/office/powerpoint/2010/main" val="1721826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6306E-817B-4747-81E1-D8426BA9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Каналы и избранное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A1403-75AC-4B39-B2CC-D8DAF128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D6168-7EA9-45D9-927A-5BDBDAC204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a4b0ab9bb4326"/>
          <a:stretch xmlns:a="http://schemas.openxmlformats.org/drawingml/2006/main"/>
        </p:blipFill>
        <p:spPr>
          <a:xfrm xmlns:a="http://schemas.openxmlformats.org/drawingml/2006/main">
            <a:off x="1047750" y="1571625"/>
            <a:ext cx="6172200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FBB33-A0A5-4CD5-90E4-08847F1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34861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Открыть ссылку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и сохранить канал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Ручной порядок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между сессиями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New после новых данных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или публикации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Недоступный канал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не раскрывает название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4A0F6-4EA1-4EF4-A3F7-3CC5821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Фактический экран · данные для приёмки</a:t>
            </a:r>
          </a:p>
        </p:txBody>
      </p:sp>
    </p:spTree>
    <p:extLst>
      <p:ext uri="{BB962C8B-B14F-4D97-AF65-F5344CB8AC3E}">
        <p14:creationId xmlns:p14="http://schemas.microsoft.com/office/powerpoint/2010/main" val="1771448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AB80D-085C-400D-AA2D-3F7A6D3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My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7C5DB-3064-4DD2-AB41-34D78D2A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3981E-3F8E-4DF0-90A9-42026E7286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70d31709b436b"/>
          <a:srcRect xmlns:a="http://schemas.openxmlformats.org/drawingml/2006/main" l="20000" t="12000" r="2000" b="42000"/>
          <a:stretch xmlns:a="http://schemas.openxmlformats.org/drawingml/2006/main"/>
        </p:blipFill>
        <p:spPr>
          <a:xfrm xmlns:a="http://schemas.openxmlformats.org/drawingml/2006/main">
            <a:off x="609600" y="1571625"/>
            <a:ext cx="704850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88581-CC88-4479-9F4D-CBC7FD83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34861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Блоки разных каналов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в одной личной странице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Вид, плотность, порядок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Автосохранение и Undo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Конфликт двух клиентов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без перезаписи чужой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правки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C7609-EC4D-4821-98DA-487D4802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Фрагмент фактического редактора · источники независимы</a:t>
            </a:r>
          </a:p>
        </p:txBody>
      </p:sp>
    </p:spTree>
    <p:extLst>
      <p:ext uri="{BB962C8B-B14F-4D97-AF65-F5344CB8AC3E}">
        <p14:creationId xmlns:p14="http://schemas.microsoft.com/office/powerpoint/2010/main" val="70859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6A2D6-7AE1-4C38-ADDA-F319BD87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Код и сущности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826B9-ED34-48D2-BC7C-B4C313AD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2B62D-BC03-4105-992F-AEFB53FCB40C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4095750"/>
                <a:gridCol w="340042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Сущности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Python: teams / access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Текущие права команды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Workspace / Membership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Python: favorites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Порядок и отметки New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Favorite / Revision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Python: personal_pages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Layout и разрешённые данные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Page / BlockReference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JS: Studio / Space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Редакторы и автосохранение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Draft / Saved 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JS: render / actions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Виды блоков и заявки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Record / ActionRequest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1353B-1BFD-4A34-A688-30BE213A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Layout хранит ссылки. Данные и права остаются у исходного канала.</a:t>
            </a:r>
          </a:p>
        </p:txBody>
      </p:sp>
    </p:spTree>
    <p:extLst>
      <p:ext uri="{BB962C8B-B14F-4D97-AF65-F5344CB8AC3E}">
        <p14:creationId xmlns:p14="http://schemas.microsoft.com/office/powerpoint/2010/main" val="529996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D86A9-7C1F-4272-99C9-EDDD47C3FC2B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467100" y="5167313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A1869-D458-46FE-868B-45D3E09043D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359092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E3224-29CA-4770-B821-ECA8E37BA652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524750" y="2900363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5D75A-D8F9-479B-8B8F-67EA1C27A2D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67100" y="2900363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05E0E-7756-405E-8395-7E0B9F7B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Система и 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CB5A6-C921-461A-962B-73CA95C4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68232-5356-44EC-99D9-494E1A4B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Готово: зелёный     Частично: синий     Не сделано: серый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C478F-F42A-4868-864A-FAA5B3A2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Python-боты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Каталог / RSS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HTTP и свои ключи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4BFD2-DBAA-4B76-A694-E5DC21CD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Доступ / данные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Заявки / layouts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4535B-2A61-4F68-B679-EB870648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Web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Studio / Channels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My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6065A-FFAC-4574-AEFF-96B0F7D7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Outbox / worker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Хранение готово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Доставка: PM-018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0ECBE-D6FF-45AF-B96E-9E8C2495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Основные сущности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Backup: PM-021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0C186-9D19-4B54-9211-4286A8C1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Android / widget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Google / cloud</a:t>
            </a:r>
          </a:p>
          <a:p xmlns:a="http://schemas.openxmlformats.org/drawingml/2006/main">
            <a:pPr algn="ctr">
              <a:defRPr sz="1875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13247"/>
                </a:solidFill>
                <a:latin typeface="Arial"/>
                <a:ea typeface="Arial"/>
                <a:cs typeface="Arial"/>
              </a:rPr>
              <a:t>Отложены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E977D-8144-48C1-A4D9-2D205EFF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1937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CC0F4-DF89-4E6B-966C-09C1127A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1801197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72968-348E-4B73-9118-E56460FC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Проверки четырёх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63A37-37A8-42FD-AF8C-0E932B35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DAF70-8259-45B7-B853-AF6EEDFEEB38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86250"/>
                <a:gridCol w="421005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Приёмка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Python + PostgreSQL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Браузерные сценарии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118 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14 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125 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24 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130 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29 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137 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36 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3B993-C7BA-4458-8838-2E44162B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7659"/>
                </a:solidFill>
                <a:latin typeface="Arial"/>
                <a:ea typeface="Arial"/>
                <a:cs typeface="Arial"/>
              </a:rPr>
              <a:t>Накопительные наборы: числа не складываются.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1354D-59E2-4B12-9879-7F075B5D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Edge локально, Chromium и Docker в CI.</a:t>
            </a:r>
          </a:p>
          <a:p xmlns:a="http://schemas.openxmlformats.org/drawingml/2006/main">
            <a: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360px проверено в браузере; настоящий Android ещё не проверен.</a:t>
            </a:r>
          </a:p>
        </p:txBody>
      </p:sp>
    </p:spTree>
    <p:extLst>
      <p:ext uri="{BB962C8B-B14F-4D97-AF65-F5344CB8AC3E}">
        <p14:creationId xmlns:p14="http://schemas.microsoft.com/office/powerpoint/2010/main" val="2044301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AA844-3168-4888-BAB8-3319DF6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28D21-20BF-4AAB-B605-BBD9E9B3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38578-F230-4F3C-88A6-03A980ED01D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476750"/>
                <a:gridCol w="48291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Порядок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Зачем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Обмен ссылкой и кодом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Передавать оформление друзьям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Обновления и события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Видеть изменения за секунды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Android APK/AAB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настоящий клиент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Домашний news widget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Читать новости с экрана телефона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AFD75-C0CC-4855-8326-581596F5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25414"/>
                </a:solidFill>
                <a:latin typeface="Arial"/>
                <a:ea typeface="Arial"/>
                <a:cs typeface="Arial"/>
              </a:rPr>
              <a:t>Android остаётся отложенным до вашего решения.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54EBD-A9DF-48E0-A4D3-158A9FE5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Далее: Docker-поставка, backup, нагрузка и релизная приёмка.</a:t>
            </a:r>
          </a:p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Перед продолжением — отдельные вопросы G04.</a:t>
            </a:r>
          </a:p>
        </p:txBody>
      </p:sp>
    </p:spTree>
    <p:extLst>
      <p:ext uri="{BB962C8B-B14F-4D97-AF65-F5344CB8AC3E}">
        <p14:creationId xmlns:p14="http://schemas.microsoft.com/office/powerpoint/2010/main" val="247204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2026-10-22T21:34:49.7390000Z</dcterms:created>
  <dcterms:modified xsi:type="dcterms:W3CDTF">2026-10-22T21:34:49.7390000Z</dcterms:modified>
</coreProperties>
</file>