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4a0e5c2ad485d" /><Relationship Type="http://schemas.openxmlformats.org/officeDocument/2006/relationships/extended-properties" Target="/docProps/app.xml" Id="Rb49007d301c4423f" /><Relationship Type="http://schemas.openxmlformats.org/officeDocument/2006/relationships/officeDocument" Target="/ppt/presentation.xml" Id="R5fb789dd742e49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be2126eb564ddd"/>
  </p:sldMasterIdLst>
  <p:notesMasterIdLst>
    <p:notesMasterId xmlns:r="http://schemas.openxmlformats.org/officeDocument/2006/relationships" r:id="R92d8ec0fce414598"/>
  </p:notesMasterIdLst>
  <p:sldIdLst>
    <p:sldId xmlns:r="http://schemas.openxmlformats.org/officeDocument/2006/relationships" id="256" r:id="Rbf05847b271f4f62"/>
    <p:sldId xmlns:r="http://schemas.openxmlformats.org/officeDocument/2006/relationships" id="257" r:id="Re9e2b833b36640fa"/>
    <p:sldId xmlns:r="http://schemas.openxmlformats.org/officeDocument/2006/relationships" id="258" r:id="R6cf885eb8af3455e"/>
    <p:sldId xmlns:r="http://schemas.openxmlformats.org/officeDocument/2006/relationships" id="259" r:id="R603fc174b796433a"/>
    <p:sldId xmlns:r="http://schemas.openxmlformats.org/officeDocument/2006/relationships" id="260" r:id="Rfd696058f435421d"/>
    <p:sldId xmlns:r="http://schemas.openxmlformats.org/officeDocument/2006/relationships" id="261" r:id="R0dc4b9273a434697"/>
    <p:sldId xmlns:r="http://schemas.openxmlformats.org/officeDocument/2006/relationships" id="262" r:id="R755034deaae34700"/>
    <p:sldId xmlns:r="http://schemas.openxmlformats.org/officeDocument/2006/relationships" id="263" r:id="R8b3b4d5734f64289"/>
    <p:sldId xmlns:r="http://schemas.openxmlformats.org/officeDocument/2006/relationships" id="264" r:id="R402b1e7065c14d2b"/>
    <p:sldId xmlns:r="http://schemas.openxmlformats.org/officeDocument/2006/relationships" id="265" r:id="R172866f3ffc745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9b6179111948ef" /><Relationship Type="http://schemas.openxmlformats.org/officeDocument/2006/relationships/slideMaster" Target="/ppt/slideMasters/slideMaster1.xml" Id="Rdfbe2126eb564ddd" /><Relationship Type="http://schemas.openxmlformats.org/officeDocument/2006/relationships/notesMaster" Target="/ppt/notesMasters/notesMaster1.xml" Id="R92d8ec0fce414598" /><Relationship Type="http://schemas.openxmlformats.org/officeDocument/2006/relationships/presProps" Target="/ppt/presProps.xml" Id="R9c14440e0fec43db" /><Relationship Type="http://schemas.openxmlformats.org/officeDocument/2006/relationships/tableStyles" Target="/ppt/tableStyles.xml" Id="R914ad58e738148d1" /><Relationship Type="http://schemas.openxmlformats.org/officeDocument/2006/relationships/slide" Target="/ppt/slides/slide1.xml" Id="Rbf05847b271f4f62" /><Relationship Type="http://schemas.openxmlformats.org/officeDocument/2006/relationships/slide" Target="/ppt/slides/slide2.xml" Id="Re9e2b833b36640fa" /><Relationship Type="http://schemas.openxmlformats.org/officeDocument/2006/relationships/slide" Target="/ppt/slides/slide3.xml" Id="R6cf885eb8af3455e" /><Relationship Type="http://schemas.openxmlformats.org/officeDocument/2006/relationships/slide" Target="/ppt/slides/slide4.xml" Id="R603fc174b796433a" /><Relationship Type="http://schemas.openxmlformats.org/officeDocument/2006/relationships/slide" Target="/ppt/slides/slide5.xml" Id="Rfd696058f435421d" /><Relationship Type="http://schemas.openxmlformats.org/officeDocument/2006/relationships/slide" Target="/ppt/slides/slide6.xml" Id="R0dc4b9273a434697" /><Relationship Type="http://schemas.openxmlformats.org/officeDocument/2006/relationships/slide" Target="/ppt/slides/slide7.xml" Id="R755034deaae34700" /><Relationship Type="http://schemas.openxmlformats.org/officeDocument/2006/relationships/slide" Target="/ppt/slides/slide8.xml" Id="R8b3b4d5734f64289" /><Relationship Type="http://schemas.openxmlformats.org/officeDocument/2006/relationships/slide" Target="/ppt/slides/slide9.xml" Id="R402b1e7065c14d2b" /><Relationship Type="http://schemas.openxmlformats.org/officeDocument/2006/relationships/slide" Target="/ppt/slides/slide10.xml" Id="R172866f3ffc745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62a3dd7d6f41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8797d0a680430f" /><Relationship Type="http://schemas.openxmlformats.org/officeDocument/2006/relationships/notesMaster" Target="/ppt/notesMasters/notesMaster1.xml" Id="R906e44b8b69549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3f088c108d4f9f" /><Relationship Type="http://schemas.openxmlformats.org/officeDocument/2006/relationships/notesMaster" Target="/ppt/notesMasters/notesMaster1.xml" Id="R806f51466241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cc94384b304029" /><Relationship Type="http://schemas.openxmlformats.org/officeDocument/2006/relationships/notesMaster" Target="/ppt/notesMasters/notesMaster1.xml" Id="R846cde09104246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e500ff9f074bcf" /><Relationship Type="http://schemas.openxmlformats.org/officeDocument/2006/relationships/notesMaster" Target="/ppt/notesMasters/notesMaster1.xml" Id="R76f5ff8dd19d4c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ec5dea2aa04484" /><Relationship Type="http://schemas.openxmlformats.org/officeDocument/2006/relationships/notesMaster" Target="/ppt/notesMasters/notesMaster1.xml" Id="Rf9a680199d9e42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a1d54f58b94c54" /><Relationship Type="http://schemas.openxmlformats.org/officeDocument/2006/relationships/notesMaster" Target="/ppt/notesMasters/notesMaster1.xml" Id="R4d428c080f0b40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af82ac606d4614" /><Relationship Type="http://schemas.openxmlformats.org/officeDocument/2006/relationships/notesMaster" Target="/ppt/notesMasters/notesMaster1.xml" Id="R839e63ffb05e47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1067b9f7a48c9" /><Relationship Type="http://schemas.openxmlformats.org/officeDocument/2006/relationships/notesMaster" Target="/ppt/notesMasters/notesMaster1.xml" Id="R65a9c3e751734a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6b0ba453e24ea5" /><Relationship Type="http://schemas.openxmlformats.org/officeDocument/2006/relationships/notesMaster" Target="/ppt/notesMasters/notesMaster1.xml" Id="R456c740032c94b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6eea93e614e7a" /><Relationship Type="http://schemas.openxmlformats.org/officeDocument/2006/relationships/notesMaster" Target="/ppt/notesMasters/notesMaster1.xml" Id="Rb92e40f8cb7041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отчёты PM-009–012. Локальный пилот без Google/Firebase/облака. UI English, обсуждение Russian.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docs/task-results/PM-009.md, PM-010.md, PM-011.md, PM-012.md. CI ссылки и точные commits в отчётах.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Зелёный: готово. Синий: частично. Серый: не сделано/отложено. Источники: compose.yaml, compose.bots.yaml, docs/ROADMAP.md. UI link is planned. Outbox foreground delivery remains PM-018.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channels.py, migrations/004_channels.sql, docs/api/CHANNELS.md. Layout versions are immutable, rollback creates new version; latest data is not reverted. Sources must be compatible and 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actions.py, request_state.py, marketob_bots/catalog.py/state.py. Quantity=1, no cart/payment. ACK after durable inbox. Real external services must implement idempotency.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docs/task-results/assets/PM-012/local-faults.json. Four os._exit(91) process crashes, API restarts, worker restart. HTTP outbox trigger failure returns expected 500 and rolls back record+receipt. CI also stops DB and restores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local-load.json. 3000 successes in180.139s,100bots,10readers,16threads. i7-11700K8cores16threads,~64GiB RAM,SATA KingstonSSD,Windows11,Python3.14.7,PG18.6. 40%news40%products20%chart,3260–24557bytes. HTTP+SDK timing, not server-only or UI. Full30minL2 remains PM022.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channels.py, actions.py, request_state.py, marketob_sdk/client.py, marketob_bots/state.py, scripts/backend_lab.py. More detailed code walkthrough in G03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catalog.py/news.py, actual smoke_bots reports. Image: docs/task-results/assets/PM-003/studio.png, existing synthetic UI prototype. The current Web prototype is not connected to the implemented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docs/ROADMAP.md, G02 answers. Team roles required PM014 before external pilot. Exact matrix is asked at G03. PM013 begins only after G03 answers or explicit authorization with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c64aa768344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4b3b6527741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e56714f9b4e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c59c74aaf40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c306683884b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d424cedf34c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EFAAD3-677A-488B-9395-F16ADD4EA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CB35BE-6723-444B-ADBA-C9B812C509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FFA06C-FBCE-4D1D-954A-8868E57AE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B35BAC-7117-426F-BFA5-D2A28E888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FEE258-A3D9-4752-9488-8A528A4728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09AF97-7E05-4B76-B855-8E26C4D75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83730D-7F41-402E-8B1F-7E0A3E02B8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16020B-5FF9-403A-9FF9-3C34B3D38C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1367DA-F16E-4211-8843-974CBE55A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254B21-E09B-4FDD-9200-CB0ED35A50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fbc8e247a4488e" /><Relationship Type="http://schemas.openxmlformats.org/officeDocument/2006/relationships/slideLayout" Target="/ppt/slideLayouts/slideLayout1.xml" Id="R842aeac3ad0e4165" /><Relationship Type="http://schemas.openxmlformats.org/officeDocument/2006/relationships/slideLayout" Target="/ppt/slideLayouts/slideLayout2.xml" Id="Ra57692a8e6854008" /><Relationship Type="http://schemas.openxmlformats.org/officeDocument/2006/relationships/slideLayout" Target="/ppt/slideLayouts/slideLayout3.xml" Id="Rc9f61f0bf4b84039" /><Relationship Type="http://schemas.openxmlformats.org/officeDocument/2006/relationships/slideLayout" Target="/ppt/slideLayouts/slideLayout4.xml" Id="R1c69d96bc25749fb" /><Relationship Type="http://schemas.openxmlformats.org/officeDocument/2006/relationships/slideLayout" Target="/ppt/slideLayouts/slideLayout5.xml" Id="R831c15d8937648fb" /><Relationship Type="http://schemas.openxmlformats.org/officeDocument/2006/relationships/slideLayout" Target="/ppt/slideLayouts/slideLayout6.xml" Id="R7494d87db3f141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2aeac3ad0e4165"/>
    <p:sldLayoutId xmlns:r="http://schemas.openxmlformats.org/officeDocument/2006/relationships" id="2147483650" r:id="Ra57692a8e6854008"/>
    <p:sldLayoutId xmlns:r="http://schemas.openxmlformats.org/officeDocument/2006/relationships" id="2147483651" r:id="Rc9f61f0bf4b84039"/>
    <p:sldLayoutId xmlns:r="http://schemas.openxmlformats.org/officeDocument/2006/relationships" id="2147483652" r:id="R1c69d96bc25749fb"/>
    <p:sldLayoutId xmlns:r="http://schemas.openxmlformats.org/officeDocument/2006/relationships" id="2147483653" r:id="R831c15d8937648fb"/>
    <p:sldLayoutId xmlns:r="http://schemas.openxmlformats.org/officeDocument/2006/relationships" id="2147483654" r:id="R7494d87db3f141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344babe3b4246" /><Relationship Type="http://schemas.openxmlformats.org/officeDocument/2006/relationships/notesSlide" Target="/ppt/notesSlides/notesSlide1.xml" Id="R7f7fbb578d9a4f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40eda29924ebd" /><Relationship Type="http://schemas.openxmlformats.org/officeDocument/2006/relationships/notesSlide" Target="/ppt/notesSlides/notesSlide2.xml" Id="R782d37609167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96dd50cd54bf8" /><Relationship Type="http://schemas.openxmlformats.org/officeDocument/2006/relationships/notesSlide" Target="/ppt/notesSlides/notesSlide3.xml" Id="R7c0382b602d646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e1ae9de3947ed" /><Relationship Type="http://schemas.openxmlformats.org/officeDocument/2006/relationships/notesSlide" Target="/ppt/notesSlides/notesSlide4.xml" Id="R651d7fbe194c45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58c1e7897434d" /><Relationship Type="http://schemas.openxmlformats.org/officeDocument/2006/relationships/notesSlide" Target="/ppt/notesSlides/notesSlide5.xml" Id="R4705bcc5ecac46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c133d35a4a4e52" /><Relationship Type="http://schemas.openxmlformats.org/officeDocument/2006/relationships/notesSlide" Target="/ppt/notesSlides/notesSlide6.xml" Id="R74440efd65b748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d2d79c73d4cc6" /><Relationship Type="http://schemas.openxmlformats.org/officeDocument/2006/relationships/notesSlide" Target="/ppt/notesSlides/notesSlide7.xml" Id="Rf64a3c6a9ee44e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de492ac974d22" /><Relationship Type="http://schemas.openxmlformats.org/officeDocument/2006/relationships/notesSlide" Target="/ppt/notesSlides/notesSlide8.xml" Id="R2f9bf3acd9d34b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25931d9794890" /><Relationship Type="http://schemas.openxmlformats.org/officeDocument/2006/relationships/image" Target="/ppt/media/image.jpeg" Id="R354f47c606374b02" /><Relationship Type="http://schemas.openxmlformats.org/officeDocument/2006/relationships/notesSlide" Target="/ppt/notesSlides/notesSlide9.xml" Id="R9b33d53505304a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3f86ca35548ce" /><Relationship Type="http://schemas.openxmlformats.org/officeDocument/2006/relationships/notesSlide" Target="/ppt/notesSlides/notesSlide10.xml" Id="Rbbe05dac569945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1D1CF-AF84-474D-8F9D-2C7399B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MarkeTOB / G03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C888D-4101-40C4-8AD7-F876481C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97D06-64BB-49B5-AF4F-6164ACEE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Каналы, заявки и боты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AD013-E480-44D4-B2C6-F0589D71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Работающее ядро</a:t>
            </a:r>
          </a:p>
          <a:p xmlns:a="http://schemas.openxmlformats.org/drawingml/2006/main">
            <a:pPr>
              <a:defRPr sz="30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и проверка восстановления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CDEE5-F0B8-4733-8B68-04438D17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PM-009–012</a:t>
            </a:r>
          </a:p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22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2108674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5B89B-3A7C-464B-BC2E-E0A19535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Четыре завершённые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A018-541F-4070-B0D3-C702EAE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DB4A7-F2C7-4D0E-91BF-DCF765A00FA2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619500"/>
                <a:gridCol w="5686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Фактический 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Каналы и публикация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Версии, откат, живые данные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Заявки и статусы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GET, ACK, result и дедупликация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Python SDK и два бота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Каталог / RSS, процессы и Docker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ядра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Сбои, восстановление, нагрузка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DC9EB-1198-404E-BB05-95F2C07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7659"/>
                </a:solidFill>
                <a:latin typeface="Arial"/>
                <a:ea typeface="Arial"/>
                <a:cs typeface="Arial"/>
              </a:rPr>
              <a:t>12 из 24 задач пилота завершены. Следующий блок подключает Web.</a:t>
            </a:r>
          </a:p>
        </p:txBody>
      </p:sp>
    </p:spTree>
    <p:extLst>
      <p:ext uri="{BB962C8B-B14F-4D97-AF65-F5344CB8AC3E}">
        <p14:creationId xmlns:p14="http://schemas.microsoft.com/office/powerpoint/2010/main" val="24767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19641-9080-4C25-8871-27339CE5EB4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153650" y="3714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CF60A-44F6-4DF9-8778-0BFC035C368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5167313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96E74-34D8-4EBB-8C01-CC18A5772A3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3714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FE216-B33F-4DDC-8332-DE432FD703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30003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D7F51-CD3F-4D74-AF22-9D98307BC7F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67100" y="30003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EE51B-5A7E-4ED3-B73F-EB6AAF11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Система и 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28DB2-8F66-4B78-A0A5-6D144AD1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1C6D5-AA6B-4FD8-94BC-3E65D522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Готово: зелёный     Частично: синий     Не сделано: серый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42A77-798D-4F36-B578-0C12D58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Python SDK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Каталог / RSS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Отдельные ключи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F50E8-DAC5-4D04-911C-D9DFD78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Каналы / доступ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Заявки / статусы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5FFA7-0F6D-456F-86D2-3496AD47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Web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Макет готов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API ещё не подключён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6D0AD-5895-4885-BED7-9EAAD711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Maintenance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Retention / timeout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Готово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E7BED-2A7C-4772-A632-F553FA11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Snapshot / receipt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Request / outbox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6E497-B78D-4A98-8C73-065A0C5A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243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Android / widget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Сборка и устройство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отложены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097F6-C840-4850-836B-44CE1975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908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8B1DA-FE2F-45A5-90F4-1D386564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</p:spTree>
    <p:extLst>
      <p:ext uri="{BB962C8B-B14F-4D97-AF65-F5344CB8AC3E}">
        <p14:creationId xmlns:p14="http://schemas.microsoft.com/office/powerpoint/2010/main" val="1267747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E2246-DE9A-4CCB-BEAF-4497DB5376A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524750" y="3762375"/>
            <a:ext cx="12001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61F2C-7937-4411-BED0-1131002B8C1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619375"/>
            <a:ext cx="12001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A5F62-B5E1-4538-9FBB-FC442A42CB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49053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E9F14-709B-4B63-A5D6-241A194B81E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61937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77F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24E74-DD4E-447E-A931-837E11BC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Оформление и данные канала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541A7-7F27-4235-8894-0B9456CA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C57A3-F8DD-4DF8-B78F-A8D6E93A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Владелец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Черновик оформления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3137F-68A1-495B-81D4-840C9149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47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Опубликованная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версия оформления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8F2FB-76FA-4E91-B31D-72FED485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0375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Snapshot клиента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Только разрешённые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блоки и данные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21681-6DB0-4F88-9961-90478C28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Бот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Новая revision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E796A-9EB6-478B-9E44-E09E6A23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8"/>
          </a:solidFill>
          <a:ln xmlns:a="http://schemas.openxmlformats.org/drawingml/2006/main" w="9525">
            <a:solidFill>
              <a:srgbClr val="D5DFEB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Актуальные</a:t>
            </a:r>
          </a:p>
          <a:p xmlns:a="http://schemas.openxmlformats.org/drawingml/2006/main">
            <a:pPr algn="ctr">
              <a:defRPr sz="195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13247"/>
                </a:solidFill>
                <a:latin typeface="Arial"/>
                <a:ea typeface="Arial"/>
                <a:cs typeface="Arial"/>
              </a:rPr>
              <a:t>данные источников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20F39-F6BA-4957-A122-9613765C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3EFBC-B8E3-48E7-87DA-DEB7B912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24375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35C0E-D743-4B2A-9E1A-FA0DFDD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Откат оформления сохраняет новые данные. По умолчанию Selected users.</a:t>
            </a:r>
          </a:p>
        </p:txBody>
      </p:sp>
    </p:spTree>
    <p:extLst>
      <p:ext uri="{BB962C8B-B14F-4D97-AF65-F5344CB8AC3E}">
        <p14:creationId xmlns:p14="http://schemas.microsoft.com/office/powerpoint/2010/main" val="1077217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0E3DD-1064-4696-ACB8-00FA4035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Request purchase и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2CD75-4C57-4B8C-B425-663CE6D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52C27-C798-4310-8CEE-85443947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0FDCD-43B0-41C5-B771-38B93128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716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Клиент отправляет заявку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53B5F-6CA9-4AB6-9525-94964CD8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383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Сервер проверяет доступ, наличие товара и revision.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3FA5E-1E1B-4EF2-8915-AFFB7D2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82B6E-7110-483E-9F31-6558E742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765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Бот читает событие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D0E19-CBF5-450C-91EF-A7A2D47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432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Локальный журнал сохраняет событие до 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57252-1621-4BB3-9C83-C38F6069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7546E-7EFA-4091-B89D-57DB08AA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814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Бот выполняет операцию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1DE6F-DC99-4113-8C7B-C185573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481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Demo ledger хранит один результат на request ID.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62526-5C95-4ACE-803B-B0975AB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1C770-F7D2-45F7-8778-BFB253F0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863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Клиент получает статус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AB2C4-978D-4735-98B9-B8914D9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530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Confirmed или Failed. ACK сам по себе успеха не означает.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A025F-E2DA-44E9-90CE-F3FFAAA9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Демонстрационные заявки. Оплаты, корзины и отгрузки нет.</a:t>
            </a:r>
          </a:p>
        </p:txBody>
      </p:sp>
    </p:spTree>
    <p:extLst>
      <p:ext uri="{BB962C8B-B14F-4D97-AF65-F5344CB8AC3E}">
        <p14:creationId xmlns:p14="http://schemas.microsoft.com/office/powerpoint/2010/main" val="5571566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FB285-5A13-4C6A-B49B-0F1FF5B8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Восстановление после сбоев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1EBFE-1CB4-4C4F-BAC5-08414F9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911F2-B6B8-480C-92B3-B3B594CFDF35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334000"/>
                <a:gridCol w="22098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Точка сбоя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После перезапуска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Перед ACK / после 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Заявка завершается один раз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Перед result / после result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Сохранённый результат повторяется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Отказ записи outbox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Данные и receipt откатываются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Maintenance остановлен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Незавершённая заявка сохраняется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Восемь одинаковых POST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Одна квитанция и одно событие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95F34-B81C-4636-81EB-97B3AA7D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765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7659"/>
                </a:solidFill>
                <a:latin typeface="Arial"/>
                <a:ea typeface="Arial"/>
                <a:cs typeface="Arial"/>
              </a:rPr>
              <a:t>117 автоматических тестов и проверки реальных HTTP-процессов прошли.</a:t>
            </a:r>
          </a:p>
        </p:txBody>
      </p:sp>
    </p:spTree>
    <p:extLst>
      <p:ext uri="{BB962C8B-B14F-4D97-AF65-F5344CB8AC3E}">
        <p14:creationId xmlns:p14="http://schemas.microsoft.com/office/powerpoint/2010/main" val="2000883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09F1F-F65E-4625-9930-20EDE7A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Локальный поток 1 000 сообщений/мин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FC12C-CFF4-4DEC-BE8E-03B1606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EDE49-51A1-4737-8CE7-DE43432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3000 / 3000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D89A3-C843-4D38-BADA-E79A0D53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принятых сообщений за 3 минуты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34E3B-E90A-42E4-AE5F-7597F806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811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295 мс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9B708-EA9F-4A77-9706-5DB08E3E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241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p95 до квитанции приёма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1E634-5E70-40B9-AB64-2BED0DB2A233}"/>
              </a:ext>
            </a:extLst>
          </p:cNvPr>
          <p:cNvGraphicFramePr/>
          <p:nvPr/>
        </p:nvGraphicFramePr>
        <p:xfrm>
          <a:off xmlns:a="http://schemas.openxmlformats.org/drawingml/2006/main" x="609600" y="3524250"/>
          <a:ext xmlns:a="http://schemas.openxmlformats.org/drawingml/2006/main" cx="109728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781550"/>
              </a:tblGrid>
              <a:tr h="51196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Боты / читающие API-сессии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100 / 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Чтение p95 / успешные чтения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254 мс / 1 549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После рестарта receipt / outbox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3 000 / 3 000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33D0D-F061-4D9B-B97C-3854C1E9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82541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25414"/>
                </a:solidFill>
                <a:latin typeface="Arial"/>
                <a:ea typeface="Arial"/>
                <a:cs typeface="Arial"/>
              </a:rPr>
              <a:t>HTTP + SDK на loopback. Полный L2 и скорость UI ещё не проверены.</a:t>
            </a:r>
          </a:p>
        </p:txBody>
      </p:sp>
    </p:spTree>
    <p:extLst>
      <p:ext uri="{BB962C8B-B14F-4D97-AF65-F5344CB8AC3E}">
        <p14:creationId xmlns:p14="http://schemas.microsoft.com/office/powerpoint/2010/main" val="446139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631D9-7BEF-4FA4-8D8D-7BB77229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Код и сущности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6BB89-FB9C-40DD-9BBB-3140D056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D91D3-E77F-408A-97A8-8A9796192D1D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810000"/>
                <a:gridCol w="4019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 что отвечает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Основные сущности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channels.py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Черновик, публикация, откат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Channel, Version, Source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actions.py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Создание, GET, ACK,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Request, Event,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request_state.py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Отзыв, unknown, retention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Request, Outbox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SDK / bot journals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HTTP и восстановление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Message, Inbox, DemoEffect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backend_lab / load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Изоляция и измерения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Test schema, process, receipt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19014-5C41-4D48-BE86-4491E668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API, SDK, боты и стенд написаны на Python. Web использует HTML/CSS/JS.</a:t>
            </a:r>
          </a:p>
        </p:txBody>
      </p:sp>
    </p:spTree>
    <p:extLst>
      <p:ext uri="{BB962C8B-B14F-4D97-AF65-F5344CB8AC3E}">
        <p14:creationId xmlns:p14="http://schemas.microsoft.com/office/powerpoint/2010/main" val="1596977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C9DCE-8315-4325-BA71-76003349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Данные ботов и интерфейс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2048D-4AB4-493B-B8F5-49BB1D2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E703F-1236-4685-8720-F527114C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Готовые данные через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9A9FA-9C85-48B5-B896-25D8D7DD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286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Soap / Rice: confirmed</a:t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Paper towels: failed</a:t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Milk: out of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RSS: заголовок, дата, ссылка</a:t>
            </a:r>
          </a:p>
          <a:p xmlns:a="http://schemas.openxmlformats.org/drawingml/2006/main">
            <a:pPr>
              <a:defRPr sz="2100" b="0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13247"/>
                </a:solidFill>
                <a:latin typeface="Arial"/>
                <a:ea typeface="Arial"/>
                <a:cs typeface="Arial"/>
              </a:rPr>
              <a:t>График: окно публикаций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278F1-3AD9-44E3-BE45-7047780F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28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Подключение интерфейса</a:t>
            </a:r>
          </a:p>
          <a:p xmlns:a="http://schemas.openxmlformats.org/drawingml/2006/main">
            <a: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начинается в PM-013.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16D2A-FB7F-4C81-BB73-24EEF5E78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f47c606374b02"/>
          <a:stretch xmlns:a="http://schemas.openxmlformats.org/drawingml/2006/main"/>
        </p:blipFill>
        <p:spPr>
          <a:xfrm xmlns:a="http://schemas.openxmlformats.org/drawingml/2006/main">
            <a:off x="6807072" y="1714500"/>
            <a:ext cx="4159506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AC919-C9C0-46FC-BDCF-3FBEDC03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Существующий макет PM-003</a:t>
            </a:r>
          </a:p>
        </p:txBody>
      </p:sp>
    </p:spTree>
    <p:extLst>
      <p:ext uri="{BB962C8B-B14F-4D97-AF65-F5344CB8AC3E}">
        <p14:creationId xmlns:p14="http://schemas.microsoft.com/office/powerpoint/2010/main" val="21316194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CA03B-C36B-4C93-841B-C081777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132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247"/>
                </a:solidFill>
                <a:latin typeface="Arial"/>
                <a:ea typeface="Arial"/>
                <a:cs typeface="Arial"/>
              </a:rPr>
              <a:t>Следующие четыре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2FC59-04DD-46D1-9800-9B730551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F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15BA8-EAA1-4217-BC98-697EA6A9F7BD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476750"/>
                <a:gridCol w="48291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Порядок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Зачем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T w="9525">
                      <a:solidFill>
                        <a:srgbClr val="D5DFEB"/>
                      </a:solidFill>
                      <a:prstDash val="solid"/>
                    </a:lnT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2468B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Рабочий Web-клиент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Показать данные и статусы в UI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Studio и командные роли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Подключать ботов без терминала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Каналы и избранное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Сохранять источники как контакты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PM-016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B"/>
                      </a:solidFill>
                      <a:prstDash val="solid"/>
                    </a:lnL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My Space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247"/>
                          </a:solidFill>
                          <a:latin typeface="Arial"/>
                          <a:ea typeface="Arial"/>
                          <a:cs typeface="Arial"/>
                        </a:rPr>
                        <a:t>Собирать блоки разных каналов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B"/>
                      </a:solidFill>
                      <a:prstDash val="solid"/>
                    </a:lnR>
                    <a:lnB w="9525">
                      <a:solidFill>
                        <a:srgbClr val="D5DF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F74DD-27BB-47A1-8E36-10A6FB6F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68B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68BC"/>
                </a:solidFill>
                <a:latin typeface="Arial"/>
                <a:ea typeface="Arial"/>
                <a:cs typeface="Arial"/>
              </a:rPr>
              <a:t>Перед продолжением: роли команды, поведение UI и 13 отдельных вопросов.</a:t>
            </a:r>
          </a:p>
        </p:txBody>
      </p:sp>
    </p:spTree>
    <p:extLst>
      <p:ext uri="{BB962C8B-B14F-4D97-AF65-F5344CB8AC3E}">
        <p14:creationId xmlns:p14="http://schemas.microsoft.com/office/powerpoint/2010/main" val="1009810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2026-10-22T18:58:09.6050000Z</dcterms:created>
  <dcterms:modified xsi:type="dcterms:W3CDTF">2026-10-22T18:58:09.6050000Z</dcterms:modified>
</coreProperties>
</file>